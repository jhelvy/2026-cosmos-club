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5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94"/>
  </p:normalViewPr>
  <p:slideViewPr>
    <p:cSldViewPr snapToGrid="0">
      <p:cViewPr varScale="1">
        <p:scale>
          <a:sx n="121" d="100"/>
          <a:sy n="121" d="100"/>
        </p:scale>
        <p:origin x="6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B0612-2589-8694-96AD-D66B19936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DD1501-4D4A-2F35-317A-CA33138BF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97F59-9713-4A49-41BB-3FB8FBFD7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D6CEA-B24D-2E78-447B-50B329B9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17881-AB3E-03CA-FF92-38F45CD87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63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B976B-3BCE-177A-2820-DF8FE396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9DF4F-84FD-5B87-B1C1-A2DA4F36B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8C210-C35C-E6E5-26F3-29808FC14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60D12-A5DC-67CA-1570-4B7780F1E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69793-6971-877C-F7F6-789D86C70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62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EF65C-1786-ACF0-8D1D-8EDC741AC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BEF50-9C3E-4E1F-0415-E07CC46BC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2C3AB-EFFA-5967-DCFA-9724CDFF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152FC-BC3E-CDC0-F567-6B123FB6B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2D847-A2D7-652B-B2F1-9C63542A8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13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67EA-E03F-14AA-1D87-B49009B25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6D140-BB13-E5A0-F366-7E5F286AE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3640B-654B-9C2A-A96C-36F9E821C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2AAFF-28AE-9119-0B32-872EEB11A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7B2E6-30E6-FA0A-C00D-46FAAFE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3942D-8360-D258-1450-5DF668AE7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3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B81B0-477E-3C5D-E62F-01524993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742F0-FB89-1A41-6F80-6C299042C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16268-30AC-0239-559E-F540B3382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8C842E-8F2B-1EBD-84B4-0DD0DF2BC3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9FCA58-5702-C7E4-79C6-4C1DD2D83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0F093C-9BF0-06FA-ED01-F3253CEED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D41FD2-06FB-DCF8-8C2D-F15D3B244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4EA90C-07FC-96AA-192F-A4F63B05A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75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C486C-420F-2ACA-0BEC-F8A131DA7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CC8843-FC6E-A9F0-C852-7EB578AB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601E6E-A89A-6C87-E3F3-E73ACC6D9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FE5CD-EC35-C7F8-0D2D-32089795C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19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41EC35-EAC5-D3F8-8BF4-EF4F5CB6D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23B94A-132A-15B1-6EE2-F6F6F70D5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D50EC-75A7-C2D1-0CA8-F801A9B4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4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31C4A-1E51-7FB5-2005-C38E745F2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5726A-F3DF-F957-C37F-44BB7F908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1D61B8-9768-666D-897C-2C3308C2A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2D297-8109-69B0-57C7-4A9E0B5F7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F2D17-9ADD-EF7A-C2C9-4C510368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A34DE-F1CE-8598-AF9B-842FD0A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4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D3644-A7EA-34CE-D8EF-2C5999B41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FD68EC-8202-533F-D282-770AFC82F1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6CC4C-0E6D-2224-65CE-C4E53D31C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E0D11-6734-DF92-77C0-40EE01388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F83CA-825C-2476-D149-BDCD6BAEB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58E13-CB31-478F-1106-CB34EE69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604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5AD6E-2B11-2EB0-5EEC-879473826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C5E52-AE1F-8310-4150-8EA9D81CE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53D87-522A-786E-DA2D-22CAFB41A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F0DC4-EB7C-E5B9-7010-989E052AA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B455A-171B-1AD1-EC36-A04412A3F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885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A6ACDA-4F3C-CFD0-8E81-CC80891CC3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6B938-EC24-6BFB-3E5B-1AEBB2A92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923C7-0C64-AC8D-54DD-64006B3AD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8553A-2C28-C39F-E417-69C6D048A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9ACEA-34F4-B90B-6652-DA7EFFA9F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8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0DED77-4B1B-7C4E-94DE-D2C45A229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53983-41FE-739F-E5AF-8714A3604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1C9BF-2490-D528-59A3-39D883F5D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2C8572-9970-0F4D-A39B-B1546E31373A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350E9-6E13-4271-25F5-DC6BE4B51B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EC422-5BB6-3AD9-DA0F-DDBC4C491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0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 mirror with a picture of cars and a flag&#10;&#10;AI-generated content may be incorrect.">
            <a:extLst>
              <a:ext uri="{FF2B5EF4-FFF2-40B4-BE49-F238E27FC236}">
                <a16:creationId xmlns:a16="http://schemas.microsoft.com/office/drawing/2014/main" id="{E28F99E7-FE4B-D9B4-EA0F-51C2C0B67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67648"/>
            <a:ext cx="8835529" cy="58903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6360EC-6A97-8BE5-48C1-5AD1A93F064A}"/>
              </a:ext>
            </a:extLst>
          </p:cNvPr>
          <p:cNvSpPr txBox="1"/>
          <p:nvPr/>
        </p:nvSpPr>
        <p:spPr>
          <a:xfrm>
            <a:off x="132201" y="11017"/>
            <a:ext cx="115924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Fira Sans Condensed Medium" panose="020B0603050000020004" pitchFamily="34" charset="0"/>
              </a:rPr>
              <a:t>The American EV Transition:</a:t>
            </a:r>
          </a:p>
          <a:p>
            <a:r>
              <a:rPr lang="en-US" sz="3600" dirty="0">
                <a:latin typeface="Fira Sans Condensed Medium" panose="020B0603050000020004" pitchFamily="34" charset="0"/>
              </a:rPr>
              <a:t>Looking Ahead While Lagging Behind (China)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CCF8D-B607-8B97-2770-B5A10879269E}"/>
              </a:ext>
            </a:extLst>
          </p:cNvPr>
          <p:cNvSpPr txBox="1"/>
          <p:nvPr/>
        </p:nvSpPr>
        <p:spPr>
          <a:xfrm>
            <a:off x="522382" y="5092657"/>
            <a:ext cx="115924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John Paul Helveston</a:t>
            </a:r>
          </a:p>
          <a:p>
            <a:pPr algn="r"/>
            <a:r>
              <a:rPr lang="en-US" sz="360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George Washington U.</a:t>
            </a:r>
          </a:p>
          <a:p>
            <a:pPr algn="r"/>
            <a:r>
              <a:rPr lang="en-US" sz="360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April 22, 2026</a:t>
            </a:r>
          </a:p>
        </p:txBody>
      </p:sp>
    </p:spTree>
    <p:extLst>
      <p:ext uri="{BB962C8B-B14F-4D97-AF65-F5344CB8AC3E}">
        <p14:creationId xmlns:p14="http://schemas.microsoft.com/office/powerpoint/2010/main" val="3502031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24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Fira Sans Condensed Medium</vt:lpstr>
      <vt:lpstr>Roboto Condensed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Helveston, John Paul</dc:creator>
  <cp:lastModifiedBy>John Helveston</cp:lastModifiedBy>
  <cp:revision>10</cp:revision>
  <dcterms:created xsi:type="dcterms:W3CDTF">2025-04-27T17:59:37Z</dcterms:created>
  <dcterms:modified xsi:type="dcterms:W3CDTF">2026-04-14T18:26:39Z</dcterms:modified>
</cp:coreProperties>
</file>